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39" d="100"/>
          <a:sy n="39" d="100"/>
        </p:scale>
        <p:origin x="1008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695" y="274320"/>
            <a:ext cx="9290304" cy="5806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199632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B3E52"/>
                </a:solidFill>
                <a:latin typeface="Arial"/>
              </a:rPr>
              <a:t>Figure 1.  </a:t>
            </a:r>
            <a:r>
              <a:rPr sz="1100">
                <a:solidFill>
                  <a:srgbClr val="7B838C"/>
                </a:solidFill>
                <a:latin typeface="Arial"/>
              </a:rPr>
              <a:t>Design Science Research (DSR) methodology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130" y="274320"/>
            <a:ext cx="9913434" cy="5806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199632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B3E52"/>
                </a:solidFill>
                <a:latin typeface="Arial"/>
              </a:rPr>
              <a:t>Figure 2.  </a:t>
            </a:r>
            <a:r>
              <a:rPr sz="1100">
                <a:solidFill>
                  <a:srgbClr val="7B838C"/>
                </a:solidFill>
                <a:latin typeface="Arial"/>
              </a:rPr>
              <a:t>Nielsen heuristic evaluation of three blockchain healthcare applications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gur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196" y="274320"/>
            <a:ext cx="9883302" cy="5806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199632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B3E52"/>
                </a:solidFill>
                <a:latin typeface="Arial"/>
              </a:rPr>
              <a:t>Figure 3.  </a:t>
            </a:r>
            <a:r>
              <a:rPr sz="1100">
                <a:solidFill>
                  <a:srgbClr val="7B838C"/>
                </a:solidFill>
                <a:latin typeface="Arial"/>
              </a:rPr>
              <a:t>Mapping of barriers to design principles, objectives, and implementation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gur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2982" y="274320"/>
            <a:ext cx="8445730" cy="5806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199632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B3E52"/>
                </a:solidFill>
                <a:latin typeface="Arial"/>
              </a:rPr>
              <a:t>Figure 4.  </a:t>
            </a:r>
            <a:r>
              <a:rPr sz="1100">
                <a:solidFill>
                  <a:srgbClr val="7B838C"/>
                </a:solidFill>
                <a:latin typeface="Arial"/>
              </a:rPr>
              <a:t>Integrated BCHAIN-ACCESS framework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gur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69" y="274320"/>
            <a:ext cx="10098156" cy="5806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199632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B3E52"/>
                </a:solidFill>
                <a:latin typeface="Arial"/>
              </a:rPr>
              <a:t>Figure 5.  </a:t>
            </a:r>
            <a:r>
              <a:rPr sz="1100">
                <a:solidFill>
                  <a:srgbClr val="7B838C"/>
                </a:solidFill>
                <a:latin typeface="Arial"/>
              </a:rPr>
              <a:t>Four-layer BCHAIN-ACCESS architecture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gur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695" y="274320"/>
            <a:ext cx="9290304" cy="5806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199632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B3E52"/>
                </a:solidFill>
                <a:latin typeface="Arial"/>
              </a:rPr>
              <a:t>Figure 6.  </a:t>
            </a:r>
            <a:r>
              <a:rPr sz="1100">
                <a:solidFill>
                  <a:srgbClr val="7B838C"/>
                </a:solidFill>
                <a:latin typeface="Arial"/>
              </a:rPr>
              <a:t>Automated accessibility audit (Lighthouse, WAVE, Axe DevTools)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6199632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B3E52"/>
                </a:solidFill>
                <a:latin typeface="Arial"/>
              </a:rPr>
              <a:t>Figure 7.  </a:t>
            </a:r>
            <a:r>
              <a:rPr sz="1100">
                <a:solidFill>
                  <a:srgbClr val="7B838C"/>
                </a:solidFill>
                <a:latin typeface="Arial"/>
              </a:rPr>
              <a:t>Expert evaluation of the BCHAIN-ACCESS prototype</a:t>
            </a:r>
          </a:p>
        </p:txBody>
      </p:sp>
      <p:pic>
        <p:nvPicPr>
          <p:cNvPr id="5" name="Picture 1">
            <a:extLst>
              <a:ext uri="{FF2B5EF4-FFF2-40B4-BE49-F238E27FC236}">
                <a16:creationId xmlns:a16="http://schemas.microsoft.com/office/drawing/2014/main" id="{9D5BCAB7-1199-0AAA-6882-6DA94EA0AAE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77088" y="274320"/>
            <a:ext cx="9237518" cy="5806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70</Words>
  <Application>Microsoft Office PowerPoint</Application>
  <PresentationFormat>Widescreen</PresentationFormat>
  <Paragraphs>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2</cp:revision>
  <dcterms:created xsi:type="dcterms:W3CDTF">2013-01-27T09:14:16Z</dcterms:created>
  <dcterms:modified xsi:type="dcterms:W3CDTF">2026-07-10T03:43:26Z</dcterms:modified>
  <cp:category/>
</cp:coreProperties>
</file>