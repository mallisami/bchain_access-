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10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95" y="274320"/>
            <a:ext cx="9290304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1.  </a:t>
            </a:r>
            <a:r>
              <a:rPr sz="1100">
                <a:solidFill>
                  <a:srgbClr val="7B838C"/>
                </a:solidFill>
                <a:latin typeface="Arial"/>
              </a:rPr>
              <a:t>Design Science Research (DSR)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30" y="274320"/>
            <a:ext cx="9913434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2.  </a:t>
            </a:r>
            <a:r>
              <a:rPr sz="1100">
                <a:solidFill>
                  <a:srgbClr val="7B838C"/>
                </a:solidFill>
                <a:latin typeface="Arial"/>
              </a:rPr>
              <a:t>Nielsen heuristic evaluation of three blockchain healthcare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96" y="274320"/>
            <a:ext cx="9883302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3.  </a:t>
            </a:r>
            <a:r>
              <a:rPr sz="1100">
                <a:solidFill>
                  <a:srgbClr val="7B838C"/>
                </a:solidFill>
                <a:latin typeface="Arial"/>
              </a:rPr>
              <a:t>Mapping of barriers to design principles, objectives, and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982" y="274320"/>
            <a:ext cx="8445730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4.  </a:t>
            </a:r>
            <a:r>
              <a:rPr sz="1100">
                <a:solidFill>
                  <a:srgbClr val="7B838C"/>
                </a:solidFill>
                <a:latin typeface="Arial"/>
              </a:rPr>
              <a:t>Integrated BCHAIN-ACCESS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69" y="274320"/>
            <a:ext cx="10098156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5.  </a:t>
            </a:r>
            <a:r>
              <a:rPr sz="1100">
                <a:solidFill>
                  <a:srgbClr val="7B838C"/>
                </a:solidFill>
                <a:latin typeface="Arial"/>
              </a:rPr>
              <a:t>Four-layer BCHAIN-ACCESS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95" y="274320"/>
            <a:ext cx="9290304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6.  </a:t>
            </a:r>
            <a:r>
              <a:rPr sz="1100">
                <a:solidFill>
                  <a:srgbClr val="7B838C"/>
                </a:solidFill>
                <a:latin typeface="Arial"/>
              </a:rPr>
              <a:t>Automated accessibility audit (Lighthouse, WAVE, Axe DevTools)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199632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B3E52"/>
                </a:solidFill>
                <a:latin typeface="Arial"/>
              </a:rPr>
              <a:t>Figure 7.  </a:t>
            </a:r>
            <a:r>
              <a:rPr sz="1100">
                <a:solidFill>
                  <a:srgbClr val="7B838C"/>
                </a:solidFill>
                <a:latin typeface="Arial"/>
              </a:rPr>
              <a:t>Expert evaluation of the BCHAIN-ACCESS prototype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D8FAAAE-0ECA-DFDC-72B7-836ACDBA98D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88" y="274320"/>
            <a:ext cx="9237518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2026-07-10T04:08:11Z</dcterms:modified>
  <cp:category/>
</cp:coreProperties>
</file>