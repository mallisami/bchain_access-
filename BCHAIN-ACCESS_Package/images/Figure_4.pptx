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838179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5_syn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3817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