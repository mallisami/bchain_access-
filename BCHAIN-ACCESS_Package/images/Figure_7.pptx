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7663351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8_expe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6335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