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7662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35" d="100"/>
          <a:sy n="35" d="100"/>
        </p:scale>
        <p:origin x="1170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08D5DA72-F592-BD51-55F4-03928585850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76628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2026-07-10T03:43:20Z</dcterms:modified>
  <cp:category/>
</cp:coreProperties>
</file>