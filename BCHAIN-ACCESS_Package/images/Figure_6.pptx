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761980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7_te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61980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