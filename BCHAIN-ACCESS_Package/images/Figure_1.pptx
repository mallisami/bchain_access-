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761980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srm_m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6198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